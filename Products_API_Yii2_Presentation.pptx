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142" y="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Products API using Yii2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Presentation by Faizaan Faraz Mohd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RESTful Products API built using Yii2 PHP Framework (Basic Template).</a:t>
            </a:r>
          </a:p>
          <a:p>
            <a:pPr>
              <a:defRPr sz="1800"/>
            </a:pPr>
            <a:r>
              <a:t>Uses the same MySQL database as the original PHP project.</a:t>
            </a:r>
          </a:p>
          <a:p>
            <a:pPr>
              <a:defRPr sz="1800"/>
            </a:pPr>
            <a:r>
              <a:t>Demonstrates framework-based API structure and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Why Use a Framework (Yii2)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Follows MVC architecture for clean separation of logic and data.</a:t>
            </a:r>
          </a:p>
          <a:p>
            <a:pPr>
              <a:defRPr sz="1800"/>
            </a:pPr>
            <a:r>
              <a:t>Built-in REST API support using ActiveController.</a:t>
            </a:r>
          </a:p>
          <a:p>
            <a:pPr>
              <a:defRPr sz="1800"/>
            </a:pPr>
            <a:r>
              <a:t>ActiveRecord ORM simplifies database operations.</a:t>
            </a:r>
          </a:p>
          <a:p>
            <a:pPr>
              <a:defRPr sz="1800"/>
            </a:pPr>
            <a:r>
              <a:t>Automatic JSON request and response handling.</a:t>
            </a:r>
          </a:p>
          <a:p>
            <a:pPr>
              <a:defRPr sz="1800"/>
            </a:pPr>
            <a:r>
              <a:t>CORS, validation, and routing built-in for secure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Installation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1. Install XAMPP (includes PHP &amp; MySQL).</a:t>
            </a:r>
          </a:p>
          <a:p>
            <a:pPr>
              <a:defRPr sz="1800"/>
            </a:pPr>
            <a:r>
              <a:t>2. Install Composer and add it to PATH.</a:t>
            </a:r>
          </a:p>
          <a:p>
            <a:pPr>
              <a:defRPr sz="1800"/>
            </a:pPr>
            <a:r>
              <a:t>3. Download the project into C:\xampp\htdocs\products-api-yii2.</a:t>
            </a:r>
          </a:p>
          <a:p>
            <a:pPr>
              <a:defRPr sz="1800"/>
            </a:pPr>
            <a:r>
              <a:t>4. Run: php C:\xampp\php\composer.phar install.</a:t>
            </a:r>
          </a:p>
          <a:p>
            <a:pPr>
              <a:defRPr sz="1800"/>
            </a:pPr>
            <a:r>
              <a:t>5. Configure database in config/db.php.</a:t>
            </a:r>
          </a:p>
          <a:p>
            <a:pPr>
              <a:defRPr sz="1800"/>
            </a:pPr>
            <a:r>
              <a:t>6. Start server: php -S localhost:8081 -t web.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API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Model: defines database structure and validation (Product.php).</a:t>
            </a:r>
          </a:p>
          <a:p>
            <a:pPr>
              <a:defRPr sz="1800"/>
            </a:pPr>
            <a:r>
              <a:t>Controller: handles all CRUD and custom endpoints (ProductController.php).</a:t>
            </a:r>
          </a:p>
          <a:p>
            <a:pPr>
              <a:defRPr sz="1800"/>
            </a:pPr>
            <a:r>
              <a:t>Routing: configured in config/web.php using urlManager.</a:t>
            </a:r>
          </a:p>
          <a:p>
            <a:pPr>
              <a:defRPr sz="1800"/>
            </a:pPr>
            <a:r>
              <a:t>Responses automatically formatted as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/products — List all products.</a:t>
            </a:r>
            <a:endParaRPr lang="en-GB" dirty="0"/>
          </a:p>
          <a:p>
            <a:pPr>
              <a:defRPr sz="1800"/>
            </a:pPr>
            <a:r>
              <a:rPr lang="en-GB" dirty="0"/>
              <a:t>GET /</a:t>
            </a:r>
            <a:r>
              <a:rPr lang="en-GB" dirty="0" err="1"/>
              <a:t>api</a:t>
            </a:r>
            <a:r>
              <a:rPr lang="en-GB" dirty="0"/>
              <a:t>/products</a:t>
            </a:r>
            <a:r>
              <a:rPr lang="en-IN" dirty="0"/>
              <a:t>?search=pen</a:t>
            </a:r>
            <a:r>
              <a:rPr lang="en-GB" dirty="0"/>
              <a:t> — search products by name.</a:t>
            </a:r>
          </a:p>
          <a:p>
            <a:pPr>
              <a:defRPr sz="1800"/>
            </a:pPr>
            <a:r>
              <a:rPr lang="en-GB" dirty="0"/>
              <a:t>GET /</a:t>
            </a:r>
            <a:r>
              <a:rPr lang="en-GB" dirty="0" err="1"/>
              <a:t>api</a:t>
            </a:r>
            <a:r>
              <a:rPr lang="en-GB" dirty="0"/>
              <a:t>/products</a:t>
            </a:r>
            <a:r>
              <a:rPr lang="en-IN" dirty="0"/>
              <a:t>?</a:t>
            </a:r>
            <a:r>
              <a:rPr lang="en-GB" dirty="0"/>
              <a:t> ?</a:t>
            </a:r>
            <a:r>
              <a:rPr lang="en-GB" dirty="0" err="1"/>
              <a:t>min_price</a:t>
            </a:r>
            <a:r>
              <a:rPr lang="en-GB" dirty="0"/>
              <a:t>=10&amp;max_price=50— filter products by price.</a:t>
            </a:r>
          </a:p>
          <a:p>
            <a:pPr>
              <a:defRPr sz="1800"/>
            </a:pPr>
            <a:r>
              <a:rPr lang="en-GB" dirty="0"/>
              <a:t>GET /</a:t>
            </a:r>
            <a:r>
              <a:rPr lang="en-GB" dirty="0" err="1"/>
              <a:t>api</a:t>
            </a:r>
            <a:r>
              <a:rPr lang="en-GB" dirty="0"/>
              <a:t>/products?</a:t>
            </a:r>
            <a:r>
              <a:rPr lang="en-IN" dirty="0" err="1"/>
              <a:t>supplier_id</a:t>
            </a:r>
            <a:r>
              <a:rPr lang="en-IN" dirty="0"/>
              <a:t>=3</a:t>
            </a:r>
            <a:r>
              <a:rPr lang="en-GB" dirty="0"/>
              <a:t> — filter products by supplier.</a:t>
            </a:r>
            <a:endParaRPr dirty="0"/>
          </a:p>
          <a:p>
            <a:pPr>
              <a:defRPr sz="1800"/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/products/{id} — Fetch product by ID.</a:t>
            </a:r>
          </a:p>
          <a:p>
            <a:pPr>
              <a:defRPr sz="1800"/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/products — Create product.</a:t>
            </a:r>
          </a:p>
          <a:p>
            <a:pPr>
              <a:defRPr sz="1800"/>
            </a:pPr>
            <a:r>
              <a:rPr dirty="0"/>
              <a:t>PUT /</a:t>
            </a:r>
            <a:r>
              <a:rPr dirty="0" err="1"/>
              <a:t>api</a:t>
            </a:r>
            <a:r>
              <a:rPr dirty="0"/>
              <a:t>/products/{id} — Update product.</a:t>
            </a:r>
          </a:p>
          <a:p>
            <a:pPr>
              <a:defRPr sz="1800"/>
            </a:pPr>
            <a:r>
              <a:rPr dirty="0"/>
              <a:t>DELETE /</a:t>
            </a:r>
            <a:r>
              <a:rPr dirty="0" err="1"/>
              <a:t>api</a:t>
            </a:r>
            <a:r>
              <a:rPr dirty="0"/>
              <a:t>/products/{id} — Delete product.</a:t>
            </a:r>
          </a:p>
          <a:p>
            <a:pPr>
              <a:defRPr sz="1800"/>
            </a:pPr>
            <a:r>
              <a:rPr dirty="0"/>
              <a:t>POST /</a:t>
            </a:r>
            <a:r>
              <a:rPr dirty="0" err="1"/>
              <a:t>api</a:t>
            </a:r>
            <a:r>
              <a:rPr dirty="0"/>
              <a:t>/products/bulk — Create multiple products.</a:t>
            </a:r>
          </a:p>
          <a:p>
            <a:pPr>
              <a:defRPr sz="1800"/>
            </a:pPr>
            <a:r>
              <a:rPr dirty="0"/>
              <a:t>PATCH /</a:t>
            </a:r>
            <a:r>
              <a:rPr dirty="0" err="1"/>
              <a:t>api</a:t>
            </a:r>
            <a:r>
              <a:rPr dirty="0"/>
              <a:t>/products/{id}/adjust-inventory — Adjust stock count.</a:t>
            </a:r>
            <a:r>
              <a:rPr lang="en-GB" dirty="0"/>
              <a:t> { “delta”: -3; }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6</a:t>
            </a:r>
            <a:r>
              <a:rPr dirty="0"/>
              <a:t>.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Yii2 accelerates API development with built-in REST structure.</a:t>
            </a:r>
          </a:p>
          <a:p>
            <a:pPr>
              <a:defRPr sz="1800"/>
            </a:pPr>
            <a:r>
              <a:rPr dirty="0"/>
              <a:t>Cleaner, secure, and maintainable code compared to raw PHP.</a:t>
            </a:r>
          </a:p>
          <a:p>
            <a:pPr>
              <a:defRPr sz="1800"/>
            </a:pPr>
            <a:r>
              <a:rPr dirty="0"/>
              <a:t>Easy scalability for adding authentication and business logic.</a:t>
            </a:r>
          </a:p>
          <a:p>
            <a:pPr>
              <a:defRPr sz="1800"/>
            </a:pPr>
            <a:r>
              <a:rPr dirty="0"/>
              <a:t>Consistent JSON outputs make frontend integration seamless.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559B1-A36E-C8FF-04B8-7A3C3A48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8583"/>
            <a:ext cx="8229600" cy="1143000"/>
          </a:xfrm>
        </p:spPr>
        <p:txBody>
          <a:bodyPr/>
          <a:lstStyle/>
          <a:p>
            <a:r>
              <a:rPr lang="en-IN" dirty="0"/>
              <a:t>Difference After Using Yii2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77FFFE-6AB7-135D-1B38-FD5A7A9FC2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39170" y="1600199"/>
          <a:ext cx="6465660" cy="4525965"/>
        </p:xfrm>
        <a:graphic>
          <a:graphicData uri="http://schemas.openxmlformats.org/drawingml/2006/table">
            <a:tbl>
              <a:tblPr/>
              <a:tblGrid>
                <a:gridCol w="2155220">
                  <a:extLst>
                    <a:ext uri="{9D8B030D-6E8A-4147-A177-3AD203B41FA5}">
                      <a16:colId xmlns:a16="http://schemas.microsoft.com/office/drawing/2014/main" val="2423667213"/>
                    </a:ext>
                  </a:extLst>
                </a:gridCol>
                <a:gridCol w="2155220">
                  <a:extLst>
                    <a:ext uri="{9D8B030D-6E8A-4147-A177-3AD203B41FA5}">
                      <a16:colId xmlns:a16="http://schemas.microsoft.com/office/drawing/2014/main" val="1655070117"/>
                    </a:ext>
                  </a:extLst>
                </a:gridCol>
                <a:gridCol w="2155220">
                  <a:extLst>
                    <a:ext uri="{9D8B030D-6E8A-4147-A177-3AD203B41FA5}">
                      <a16:colId xmlns:a16="http://schemas.microsoft.com/office/drawing/2014/main" val="3047690278"/>
                    </a:ext>
                  </a:extLst>
                </a:gridCol>
              </a:tblGrid>
              <a:tr h="287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Aspect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Plain PHP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Yii2 Framework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71764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Code Structure</a:t>
                      </a:r>
                      <a:endParaRPr lang="en-IN" sz="1400"/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All logic written in one file or procedural style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MVC separation (Model, View, Controller)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540617"/>
                  </a:ext>
                </a:extLst>
              </a:tr>
              <a:tr h="718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Database Access</a:t>
                      </a:r>
                      <a:endParaRPr lang="en-IN" sz="1400"/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Manual SQL queries using PDO or mysqli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ORM via ActiveRecord (</a:t>
                      </a:r>
                      <a:r>
                        <a:rPr lang="en-GB" sz="1400">
                          <a:latin typeface="Courier New" panose="02070309020205020404" pitchFamily="49" charset="0"/>
                        </a:rPr>
                        <a:t>Product::find()</a:t>
                      </a:r>
                      <a:r>
                        <a:rPr lang="en-GB" sz="1400"/>
                        <a:t>, </a:t>
                      </a:r>
                      <a:r>
                        <a:rPr lang="en-GB" sz="1400">
                          <a:latin typeface="Courier New" panose="02070309020205020404" pitchFamily="49" charset="0"/>
                        </a:rPr>
                        <a:t>$model-&gt;save()</a:t>
                      </a:r>
                      <a:r>
                        <a:rPr lang="en-GB" sz="1400"/>
                        <a:t>)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850176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Validation</a:t>
                      </a:r>
                      <a:endParaRPr lang="en-IN" sz="1400"/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Manually checked using </a:t>
                      </a:r>
                      <a:r>
                        <a:rPr lang="en-GB" sz="1400"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n-GB" sz="1400"/>
                        <a:t> conditions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Automatic validation rules in model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906188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Routing</a:t>
                      </a:r>
                      <a:endParaRPr lang="en-IN" sz="1400"/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Manual URL handling (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$_GET</a:t>
                      </a:r>
                      <a:r>
                        <a:rPr lang="en-IN" sz="1400"/>
                        <a:t>, </a:t>
                      </a:r>
                      <a:r>
                        <a:rPr lang="en-IN" sz="1400">
                          <a:latin typeface="Courier New" panose="02070309020205020404" pitchFamily="49" charset="0"/>
                        </a:rPr>
                        <a:t>$_POST</a:t>
                      </a:r>
                      <a:r>
                        <a:rPr lang="en-IN" sz="1400"/>
                        <a:t>)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Automatic clean URLs via </a:t>
                      </a:r>
                      <a:r>
                        <a:rPr lang="en-GB" sz="1400">
                          <a:latin typeface="Courier New" panose="02070309020205020404" pitchFamily="49" charset="0"/>
                        </a:rPr>
                        <a:t>urlManager</a:t>
                      </a:r>
                      <a:endParaRPr lang="en-GB" sz="1400"/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462317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API Output</a:t>
                      </a:r>
                      <a:endParaRPr lang="en-IN" sz="1400"/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Must manually encode JSON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Built-in JSON response formatting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808346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Scalability</a:t>
                      </a:r>
                      <a:endParaRPr lang="en-IN" sz="1400"/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Hard to maintain and extend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Easy to extend, reuse, and secure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894478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Error Handling</a:t>
                      </a:r>
                      <a:endParaRPr lang="en-IN" sz="1400"/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Manual try-catch blocks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Centralized exception handling with Yii2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948384"/>
                  </a:ext>
                </a:extLst>
              </a:tr>
              <a:tr h="502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Security</a:t>
                      </a:r>
                      <a:endParaRPr lang="en-IN" sz="1400"/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Must manually sanitize inputs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Yii2 auto-sanitizes and validates input</a:t>
                      </a:r>
                    </a:p>
                  </a:txBody>
                  <a:tcPr marL="71841" marR="71841" marT="35920" marB="35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61017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C4B5F51-F1DD-B871-A084-04BA7AA89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32"/>
            <a:ext cx="11085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981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536</Words>
  <Application>Microsoft Office PowerPoint</Application>
  <PresentationFormat>On-screen Show (4:3)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Products API using Yii2 Framework</vt:lpstr>
      <vt:lpstr>1. Project Overview</vt:lpstr>
      <vt:lpstr>2. Why Use a Framework (Yii2)</vt:lpstr>
      <vt:lpstr>3. Installation Process</vt:lpstr>
      <vt:lpstr>4. API Setup</vt:lpstr>
      <vt:lpstr>5. API Endpoints</vt:lpstr>
      <vt:lpstr>6. Key Takeaways</vt:lpstr>
      <vt:lpstr>Difference After Using Yii2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Faizaan Faraz</cp:lastModifiedBy>
  <cp:revision>2</cp:revision>
  <dcterms:created xsi:type="dcterms:W3CDTF">2013-01-27T09:14:16Z</dcterms:created>
  <dcterms:modified xsi:type="dcterms:W3CDTF">2025-10-20T17:32:31Z</dcterms:modified>
  <cp:category/>
</cp:coreProperties>
</file>